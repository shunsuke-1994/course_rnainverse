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事前配布用。本編スライドの 2〜5 枚目と同じ内容。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【所要時間】事前配布（当日は動作確認のみ 3 分）
【説明の要点】
・当日の実習は自分の PC 上の Python から ViennaRNA を使う。事前にこの 4 ページの手順で環境を作り、最後の動作確認まで済ませておく。
・uv は Python 本体と仮想環境をまとめて管理する軽量ツール。既存の Python 環境を汚さない。
・検証済み：macOS 15（Python 3.13.4、viennarna 2.7.2、uv 0.12）、Windows 11（Python 3.13.15、viennarna 2.7.2、事務局で確認）。
・動かなくても講習には参加できる（TA・グループの画面で結果を比較）。
【参照】
・uv https://docs.astral.sh/uv/
・PyPI viennarna https://pypi.org/project/ViennaRNA/ (使用: 2.7.2)
・Python API https://viennarna.readthedocs.io/en/latest/api_python.html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
【説明の要点】
・公式インストーラ（docs.astral.sh/uv）のコマンドをそのまま実行。macOS はターミナル、Windows は PowerShell。
・実行後はターミナルを一度閉じて開き直すと uv コマンドが使える（PATH が更新されるため）。
・Homebrew の brew install uv はソースからのビルドになる環境があり時間がかかるため、公式インストーラを推奨。
・すでに uv がある場合はこの手順は不要。uv --version でバージョンが出れば OK。
【参照】
・uv https://docs.astral.sh/uv/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
【説明の要点】
・uv init --python 3.13 で Python 3.13 を使う空のプロジェクトを作る（3.13 が無ければ uv が自動で取得する）。uv init の既定は最新の Python になるため、動作確認済みの 3.13 を明示する。
・uv add viennarna==2.7.2 で PyPI の viennarna 2.7.2（Python バインディング）を入れる。import 名は RNA。
・exercises フォルダは GitHub（https://github.com/Shunsuke-1994/Course_RNAinverse）の緑の Code ボタン → Download ZIP で入手し、展開した中の exercises をプロジェクト直下にコピーする。git が使える人は git clone でもよい。
・コマンドは macOS / Windows 共通。Windows の PowerShell では cd の書き方も同じ。
・動作確認の出力（2.7.2 と、例題RNAの構造 ((((((....)))))) と −10.20）が出れば準備完了。
【参照】
・uv https://docs.astral.sh/uv/
・PyPI viennarna https://pypi.org/project/ViennaRNA/ (使用: 2.7.2)
・Python API https://viennarna.readthedocs.io/en/latest/api_python.html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【所要時間】事前配布
【説明の要点】
・代表的な症状と対応を表にまとめた。解決しない場合はエラー文をそのまま控えて当日 TA に見せる。
・uv を使わない代替：既存の Python 3.10〜3.14 で仮想環境を作り pip で入れる。実行は .venv の python で行う。
・当日の動作確認は最初の 3 分。動かない人も TA・グループの画面共有で結果を比較しながら参加できる。
【参照】
・PyPI viennarna https://pypi.org/project/ViennaRNA/ (使用: 2.7.2)
・Python API https://viennarna.readthedocs.io/en/latest/api_python.html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実習環境のインストール手順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E9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分子ロボティクス夏の学校 2026「ViennaRNA：RNA構造解析ソフトウェア」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講師：角 俊輔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講習日：2026年10月8日（木）19:00–21:00（Zoom）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当日までに 4 ページの手順で環境を用意し、最後の動作確認まで済ませてください（所要 10〜15 分）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486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7C8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使用ソフトウェア：uv（環境管理）、Python 3.13、ViennaRNA 2.7.2（PyPI: viennarna）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資料・演習スクリプトの公開先：github.com/Shunsuke-1994/Course_RNAinverse　（資料 v2.0）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事前準備：実習環境のインストール（所要 10〜15 分）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v2.0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 を入れる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 1 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54680" y="1920240"/>
            <a:ext cx="182880" cy="9144"/>
          </a:xfrm>
          <a:prstGeom prst="line">
            <a:avLst/>
          </a:prstGeom>
          <a:noFill/>
          <a:ln w="19050">
            <a:solidFill>
              <a:srgbClr val="0F4C5C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3756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1417320"/>
            <a:ext cx="502920" cy="502920"/>
          </a:xfrm>
          <a:prstGeom prst="ellipse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プロジェクトを作る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3.13 を指定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89320" y="1920240"/>
            <a:ext cx="182880" cy="9144"/>
          </a:xfrm>
          <a:prstGeom prst="line">
            <a:avLst/>
          </a:prstGeom>
          <a:noFill/>
          <a:ln w="19050">
            <a:solidFill>
              <a:srgbClr val="0F4C5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17220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ViennaRNA を入れる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viennarna 2.7.2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823960" y="1920240"/>
            <a:ext cx="182880" cy="9144"/>
          </a:xfrm>
          <a:prstGeom prst="line">
            <a:avLst/>
          </a:prstGeom>
          <a:noFill/>
          <a:ln w="19050">
            <a:solidFill>
              <a:srgbClr val="0F4C5C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00684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89720" y="1417320"/>
            <a:ext cx="502920" cy="502920"/>
          </a:xfrm>
          <a:prstGeom prst="ellipse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82980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82980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 RNA が通る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2920" y="283464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2944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必要なもの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3401568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 PC（macOS または Windows）と管理者権限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インターネット接続（ダウンロードは合計 100 MB 程度）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ターミナル（macOS：ターミナル.app、Windows：PowerShell）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exercises フォルダ（演習用スクリプト。GitHub から入手、手順 2・3 参照）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の経験は不要。コマンドはコピーして貼り付ける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17920" y="283464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FBE9DC"/>
          </a:solidFill>
          <a:ln w="12700">
            <a:solidFill>
              <a:srgbClr val="FBE9D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0" y="2944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64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動作確認の状況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3401568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確認済み：macOS 15（Python 3.13.4）、Windows 11（Python 3.13.15）、いずれも viennarna 2.7.2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では演習2の設計配列が資料の例と変わる（乱数の違い。失敗ではない）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動かない場合：当日は TA またはグループの画面で結果を比較しながら参加できる。エラー文を控えておく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 1：uv をインストールする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v2.0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macOS（ターミナル.app を開いて貼り付け）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5486400" cy="73152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" y="167335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-LsSf https://astral.sh/uv/install.sh | sh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Windows（PowerShell を開いて貼り付け）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486400" cy="73152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7648" y="167335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 -ExecutionPolicy ByPass -c "irm https://astral.sh/uv/install.ps1 | iex"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確認（ターミナルを閉じて開き直してから）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3017520"/>
            <a:ext cx="5486400" cy="96012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" y="3090672"/>
            <a:ext cx="52669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--version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出力例: uv 0.12.17 (…)   ← バージョンが表示されれば OK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17920" y="26060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27157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 とは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31729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本体と仮想環境、パッケージをまとめて管理する軽量ツール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 Python 環境には手を加えない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206240"/>
            <a:ext cx="11155680" cy="1920240"/>
          </a:xfrm>
          <a:prstGeom prst="roundRect">
            <a:avLst>
              <a:gd name="adj" fmla="val 571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3159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うまくいかないとき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4773168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「uv: command not found」→ ターミナルを開き直す。それでも出なければ macOS は ~/.local/bin/uv --version を試す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で実行ポリシーのエラー → 上のコマンドを PowerShell に 1 行のまま貼り付ける（-ExecutionPolicy ByPass が含まれていることを確認）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 Python がある人は pip でも可：python -m pip install uv（この場合も以降の手順は同じ）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 2・3：プロジェクトを作り、ViennaRNA を入れる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v2.0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88720"/>
            <a:ext cx="6766560" cy="292608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" y="1261872"/>
            <a:ext cx="654710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手順 2: プロジェクトを作る（好きな場所で）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init viennarna-course --python 3.13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viennarna-course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手順 3: ViennaRNA（Python バインディング）を入れる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viennarna==2.7.2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exercises フォルダを GitHub から入手してここにコピー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https://github.com/Shunsuke-1994/Course_RNAinverse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緑の Code ボタン → Download ZIP → 展開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git を使う人は次の 1 行でも入手できる: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git clone https://github.com/Shunsuke-1994/Course_RNAinverse.git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動作確認（手順 4）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98080" y="1600200"/>
            <a:ext cx="4206240" cy="251460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07808" y="1673352"/>
            <a:ext cx="398678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-c "import RNA; print(RNA.__version__)"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2.7.2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exercises/ex1_fold.py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ViennaRNA 2.7.2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GGCGCAGAAAUGCGCC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((((((....)))))) -10.20 kcal/mol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4343400"/>
            <a:ext cx="6766560" cy="1783080"/>
          </a:xfrm>
          <a:prstGeom prst="roundRect">
            <a:avLst>
              <a:gd name="adj" fmla="val 615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44531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フォルダ構成（完成形）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910328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viennarna-course/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pyproject.toml   ← uv が作る（viennarna==2.7.2 が書かれる）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.venv/           ← uv が作る仮想環境（触らない）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exercises/       ← GitHub の ZIP から取り出してコピー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0" y="434340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BE9DC"/>
          </a:solidFill>
          <a:ln w="12700">
            <a:solidFill>
              <a:srgbClr val="FBE9D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80960" y="4453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64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49103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以後は必ず uv run python … で実行する（素の python では RNA が見つからない）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2.7.2 以外が表示されたら uv add viennarna==2.7.2 をやり直す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うまくいかないとき・uv を使わない代替手順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事前準備：ViennaRNA 実習環境　資料 v2.0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108960"/>
                <a:gridCol w="4480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35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症状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35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原因の候補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35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uv: command not found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PATH が未更新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ターミナルを開き直す／~/.local/bin/uv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ModuleNotFoundError: No module named "RNA"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 run を付けずに素の python を実行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 run python … で実行する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 solution found / viennarna が見つからない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Python のバージョン不一致、ネット未接続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 init --python 3.13 で作り直す。接続を確認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バージョンが 2.7.2 でない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別環境の ViennaRNA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uv add viennarna==2.7.2 をやり直す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exercises が見つからない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コピー先が違う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viennarna-course/exercises/ に置く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Windows で文字化け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コンソールの文字コード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出力の数値と括弧だけ確認できれば OK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02920" y="3977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 を使わない代替（Python 3.10〜3.14 が入っている場合）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02920" y="4389120"/>
            <a:ext cx="6766560" cy="1737360"/>
          </a:xfrm>
          <a:prstGeom prst="rect">
            <a:avLst/>
          </a:prstGeom>
          <a:solidFill>
            <a:srgbClr val="F6F8F9"/>
          </a:solidFill>
          <a:ln w="9525">
            <a:solidFill>
              <a:srgbClr val="C9D3D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" y="4462272"/>
            <a:ext cx="65471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C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macOS:  source .venv/bin/activate      Windows:  .venv/Scripts/activate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viennarna==2.7.2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RNA; print(RNA.__version__)"   # → 2.7.2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498080" y="3977640"/>
            <a:ext cx="4206240" cy="2148840"/>
          </a:xfrm>
          <a:prstGeom prst="roundRect">
            <a:avLst>
              <a:gd name="adj" fmla="val 5106"/>
            </a:avLst>
          </a:prstGeom>
          <a:solidFill>
            <a:srgbClr val="FBE9DC"/>
          </a:solidFill>
          <a:ln w="12700">
            <a:solidFill>
              <a:srgbClr val="FBE9D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80960" y="4087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64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当日までに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680960" y="4544568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動作確認の出力が出たら準備完了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エラーが残る場合はエラー文を控えておく（当日 TA が対応）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動かなくても参加可。TA・グループの画面で結果を比較する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ViennaRNA 講習 事前準備：インストール手順 v2.0</dc:title>
  <dc:subject>PptxGenJS Presentation</dc:subject>
  <dc:creator>角 俊輔</dc:creator>
  <cp:lastModifiedBy>角 俊輔</cp:lastModifiedBy>
  <cp:revision>1</cp:revision>
  <dcterms:created xsi:type="dcterms:W3CDTF">2026-10-01T15:09:00Z</dcterms:created>
  <dcterms:modified xsi:type="dcterms:W3CDTF">2026-10-01T15:09:00Z</dcterms:modified>
</cp:coreProperties>
</file>